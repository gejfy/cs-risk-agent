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Consolidated Subsidiary Risk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Fiscal Year 2025 | Generated: 2026-02-15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15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Total Subsidiaries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1828800"/>
            <a:ext cx="256032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45.8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Average Risk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56032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C2626"/>
                </a:solidFill>
              </a:defRPr>
            </a:pPr>
            <a:r>
              <a:t>2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Critical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828800"/>
            <a:ext cx="256032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97316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High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Risk Scores by Subsidiary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Score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東洋建機リース株式会社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东洋精密机械（上海）有限公司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87.3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75.2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C2626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Risk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[CRITICAL] 【緊急】売掛金が前年比233%増加 - 架空売上の疑い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上海子会社の売掛金残高が前年同期比233%増加。営業CFはマイナスであり、売上の実在性に重大な疑義。期末月に売上の72%が集中し、特定担当者(chen_w)による仕訳が85%を占める。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[CRITICAL] 【緊急】債務超過の兆候 - 継続企業の前提に疑義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</a:defRPr>
            </a:pPr>
            <a:r>
              <a:t>建機リース子会社の自己資本比率が-5.2%に低下。営業CFが4四半期連続赤字、長期借入金が前年比+45%。引当金の不自然な戻入（12件）が確認された。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